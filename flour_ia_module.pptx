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topic and set expectations.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what we'll cover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Flutter Course Module IA Mobile Integration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Flutter Course Module IA Mobile Integration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Transition: Flutter Course Module IA Mobile Integration — Continued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Flutter Course Module IA Mobile Integration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Flutter Course Module IA Mobile Integration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to: Compatibility with existing course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14884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1B2A4A"/>
                </a:solidFill>
                <a:latin typeface="Aptos"/>
              </a:rPr>
              <a:t>Flutter Course Module IA Mobile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794760"/>
            <a:ext cx="8991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5A5A6E"/>
                </a:solidFill>
                <a:latin typeface="Aptos"/>
              </a:rPr>
              <a:t>ABACOM | Technical Deep Dive | 5 key topics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1645920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19" y="1627632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Integration of IA module into existing Flutter course</a:t>
            </a:r>
          </a:p>
        </p:txBody>
      </p:sp>
      <p:sp>
        <p:nvSpPr>
          <p:cNvPr id="6" name="Oval 5"/>
          <p:cNvSpPr/>
          <p:nvPr/>
        </p:nvSpPr>
        <p:spPr>
          <a:xfrm>
            <a:off x="960120" y="2395728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2377440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Quality assurance and anti-cheating measures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3145536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3127248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Automated testing with Playwright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895344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3877056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Additional exercises and labs for Module IA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4645152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4626864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Compatibility with existing course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April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Integration of IA module into existing Flutter course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3393338" cy="219456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solidFill>
              <a:srgbClr val="E0E0E0"/>
            </a:solidFill>
          </a:ln>
          <a:effectLst>
            <a:outerShdw blurRad="25400" dist="19050" dir="18900000" algn="b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63040"/>
            <a:ext cx="3393338" cy="45720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19072"/>
            <a:ext cx="302757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/>
              <a:t>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30552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tos"/>
              </a:rPr>
              <a:t>Integration of IA module into existing Flutter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30275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5A5A6E"/>
                </a:solidFill>
                <a:latin typeface="Aptos"/>
              </a:rPr>
              <a:t>Key aspect of Flutter Course Module IA Mobile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1463040"/>
            <a:ext cx="3393338" cy="219456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solidFill>
              <a:srgbClr val="E0E0E0"/>
            </a:solidFill>
          </a:ln>
          <a:effectLst>
            <a:outerShdw blurRad="25400" dist="19050" dir="18900000" algn="b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9178" y="1463040"/>
            <a:ext cx="3393338" cy="45720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2058" y="1719072"/>
            <a:ext cx="302757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/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2058" y="2130552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tos"/>
              </a:rPr>
              <a:t>Quality assurance and anti-cheating measures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2058" y="2496312"/>
            <a:ext cx="30275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5A5A6E"/>
                </a:solidFill>
                <a:latin typeface="Aptos"/>
              </a:rPr>
              <a:t>Key aspect of Flutter Course Module IA Mobile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2556" y="1463040"/>
            <a:ext cx="3393338" cy="219456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solidFill>
              <a:srgbClr val="E0E0E0"/>
            </a:solidFill>
          </a:ln>
          <a:effectLst>
            <a:outerShdw blurRad="25400" dist="19050" dir="18900000" algn="b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2556" y="1463040"/>
            <a:ext cx="3393338" cy="45720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5436" y="1719072"/>
            <a:ext cx="302757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/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5436" y="2130552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tos"/>
              </a:rPr>
              <a:t>Automated testing with Playwright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5436" y="2496312"/>
            <a:ext cx="30275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5A5A6E"/>
                </a:solidFill>
                <a:latin typeface="Aptos"/>
              </a:rPr>
              <a:t>Key aspect of Flutter Course Module IA Mobile Integration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977640"/>
            <a:ext cx="3393338" cy="219456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solidFill>
              <a:srgbClr val="E0E0E0"/>
            </a:solidFill>
          </a:ln>
          <a:effectLst>
            <a:outerShdw blurRad="25400" dist="19050" dir="18900000" algn="b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977640"/>
            <a:ext cx="3393338" cy="45720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233672"/>
            <a:ext cx="302757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/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645152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tos"/>
              </a:rPr>
              <a:t>Additional exercises and labs for Module 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010912"/>
            <a:ext cx="30275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5A5A6E"/>
                </a:solidFill>
                <a:latin typeface="Aptos"/>
              </a:rPr>
              <a:t>Key aspect of Flutter Course Module IA Mobile Integration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99178" y="3977640"/>
            <a:ext cx="3393338" cy="219456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solidFill>
              <a:srgbClr val="E0E0E0"/>
            </a:solidFill>
          </a:ln>
          <a:effectLst>
            <a:outerShdw blurRad="25400" dist="19050" dir="18900000" algn="b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99178" y="3977640"/>
            <a:ext cx="3393338" cy="45720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82058" y="4233672"/>
            <a:ext cx="302757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/>
              <a:t>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2058" y="4645152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tos"/>
              </a:rPr>
              <a:t>Compatibility with existing course 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2058" y="5010912"/>
            <a:ext cx="30275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5A5A6E"/>
                </a:solidFill>
                <a:latin typeface="Aptos"/>
              </a:rPr>
              <a:t>Key aspect of Flutter Course Module IA Mobile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April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Quality assurance and anti-cheating measures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3393338" cy="219456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solidFill>
              <a:srgbClr val="E0E0E0"/>
            </a:solidFill>
          </a:ln>
          <a:effectLst>
            <a:outerShdw blurRad="25400" dist="19050" dir="18900000" algn="b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63040"/>
            <a:ext cx="3393338" cy="45720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19072"/>
            <a:ext cx="302757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/>
              <a:t>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30552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tos"/>
              </a:rPr>
              <a:t>Integration of IA module into existing Flutter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30275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5A5A6E"/>
                </a:solidFill>
                <a:latin typeface="Aptos"/>
              </a:rPr>
              <a:t>Key aspect of Flutter Course Module IA Mobile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1463040"/>
            <a:ext cx="3393338" cy="219456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solidFill>
              <a:srgbClr val="E0E0E0"/>
            </a:solidFill>
          </a:ln>
          <a:effectLst>
            <a:outerShdw blurRad="25400" dist="19050" dir="18900000" algn="b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9178" y="1463040"/>
            <a:ext cx="3393338" cy="45720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2058" y="1719072"/>
            <a:ext cx="302757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/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2058" y="2130552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tos"/>
              </a:rPr>
              <a:t>Quality assurance and anti-cheating measures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2058" y="2496312"/>
            <a:ext cx="30275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5A5A6E"/>
                </a:solidFill>
                <a:latin typeface="Aptos"/>
              </a:rPr>
              <a:t>Key aspect of Flutter Course Module IA Mobile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2556" y="1463040"/>
            <a:ext cx="3393338" cy="219456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solidFill>
              <a:srgbClr val="E0E0E0"/>
            </a:solidFill>
          </a:ln>
          <a:effectLst>
            <a:outerShdw blurRad="25400" dist="19050" dir="18900000" algn="b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2556" y="1463040"/>
            <a:ext cx="3393338" cy="45720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5436" y="1719072"/>
            <a:ext cx="302757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/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5436" y="2130552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tos"/>
              </a:rPr>
              <a:t>Automated testing with Playwright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5436" y="2496312"/>
            <a:ext cx="30275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5A5A6E"/>
                </a:solidFill>
                <a:latin typeface="Aptos"/>
              </a:rPr>
              <a:t>Key aspect of Flutter Course Module IA Mobile Integration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977640"/>
            <a:ext cx="3393338" cy="219456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solidFill>
              <a:srgbClr val="E0E0E0"/>
            </a:solidFill>
          </a:ln>
          <a:effectLst>
            <a:outerShdw blurRad="25400" dist="19050" dir="18900000" algn="b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977640"/>
            <a:ext cx="3393338" cy="45720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233672"/>
            <a:ext cx="302757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/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645152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tos"/>
              </a:rPr>
              <a:t>Additional exercises and labs for Module 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010912"/>
            <a:ext cx="30275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5A5A6E"/>
                </a:solidFill>
                <a:latin typeface="Aptos"/>
              </a:rPr>
              <a:t>Key aspect of Flutter Course Module IA Mobile Integration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99178" y="3977640"/>
            <a:ext cx="3393338" cy="219456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solidFill>
              <a:srgbClr val="E0E0E0"/>
            </a:solidFill>
          </a:ln>
          <a:effectLst>
            <a:outerShdw blurRad="25400" dist="19050" dir="18900000" algn="b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99178" y="3977640"/>
            <a:ext cx="3393338" cy="45720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82058" y="4233672"/>
            <a:ext cx="302757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/>
              <a:t>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2058" y="4645152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tos"/>
              </a:rPr>
              <a:t>Compatibility with existing course 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2058" y="5010912"/>
            <a:ext cx="30275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5A5A6E"/>
                </a:solidFill>
                <a:latin typeface="Aptos"/>
              </a:rPr>
              <a:t>Key aspect of Flutter Course Module IA Mobile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April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926080"/>
            <a:ext cx="1828800" cy="54864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0"/>
            <a:ext cx="10820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Flutter Course Module IA Mobile Integration — Continued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Automated testing with Playwright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3393338" cy="219456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solidFill>
              <a:srgbClr val="E0E0E0"/>
            </a:solidFill>
          </a:ln>
          <a:effectLst>
            <a:outerShdw blurRad="25400" dist="19050" dir="18900000" algn="b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63040"/>
            <a:ext cx="3393338" cy="45720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19072"/>
            <a:ext cx="302757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/>
              <a:t>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30552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tos"/>
              </a:rPr>
              <a:t>Integration of IA module into existing Flutter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30275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5A5A6E"/>
                </a:solidFill>
                <a:latin typeface="Aptos"/>
              </a:rPr>
              <a:t>Key aspect of Flutter Course Module IA Mobile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1463040"/>
            <a:ext cx="3393338" cy="219456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solidFill>
              <a:srgbClr val="E0E0E0"/>
            </a:solidFill>
          </a:ln>
          <a:effectLst>
            <a:outerShdw blurRad="25400" dist="19050" dir="18900000" algn="b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9178" y="1463040"/>
            <a:ext cx="3393338" cy="45720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2058" y="1719072"/>
            <a:ext cx="302757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/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2058" y="2130552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tos"/>
              </a:rPr>
              <a:t>Quality assurance and anti-cheating measures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2058" y="2496312"/>
            <a:ext cx="30275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5A5A6E"/>
                </a:solidFill>
                <a:latin typeface="Aptos"/>
              </a:rPr>
              <a:t>Key aspect of Flutter Course Module IA Mobile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2556" y="1463040"/>
            <a:ext cx="3393338" cy="219456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solidFill>
              <a:srgbClr val="E0E0E0"/>
            </a:solidFill>
          </a:ln>
          <a:effectLst>
            <a:outerShdw blurRad="25400" dist="19050" dir="18900000" algn="b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2556" y="1463040"/>
            <a:ext cx="3393338" cy="45720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5436" y="1719072"/>
            <a:ext cx="302757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/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5436" y="2130552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tos"/>
              </a:rPr>
              <a:t>Automated testing with Playwright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5436" y="2496312"/>
            <a:ext cx="30275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5A5A6E"/>
                </a:solidFill>
                <a:latin typeface="Aptos"/>
              </a:rPr>
              <a:t>Key aspect of Flutter Course Module IA Mobile Integration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977640"/>
            <a:ext cx="3393338" cy="219456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solidFill>
              <a:srgbClr val="E0E0E0"/>
            </a:solidFill>
          </a:ln>
          <a:effectLst>
            <a:outerShdw blurRad="25400" dist="19050" dir="18900000" algn="b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977640"/>
            <a:ext cx="3393338" cy="45720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233672"/>
            <a:ext cx="302757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/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645152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tos"/>
              </a:rPr>
              <a:t>Additional exercises and labs for Module 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010912"/>
            <a:ext cx="30275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5A5A6E"/>
                </a:solidFill>
                <a:latin typeface="Aptos"/>
              </a:rPr>
              <a:t>Key aspect of Flutter Course Module IA Mobile Integration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99178" y="3977640"/>
            <a:ext cx="3393338" cy="219456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solidFill>
              <a:srgbClr val="E0E0E0"/>
            </a:solidFill>
          </a:ln>
          <a:effectLst>
            <a:outerShdw blurRad="25400" dist="19050" dir="18900000" algn="b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99178" y="3977640"/>
            <a:ext cx="3393338" cy="45720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82058" y="4233672"/>
            <a:ext cx="302757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/>
              <a:t>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2058" y="4645152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tos"/>
              </a:rPr>
              <a:t>Compatibility with existing course 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2058" y="5010912"/>
            <a:ext cx="30275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5A5A6E"/>
                </a:solidFill>
                <a:latin typeface="Aptos"/>
              </a:rPr>
              <a:t>Key aspect of Flutter Course Module IA Mobile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April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Additional exercises and labs for Module IA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3393338" cy="219456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solidFill>
              <a:srgbClr val="E0E0E0"/>
            </a:solidFill>
          </a:ln>
          <a:effectLst>
            <a:outerShdw blurRad="25400" dist="19050" dir="18900000" algn="b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63040"/>
            <a:ext cx="3393338" cy="45720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19072"/>
            <a:ext cx="302757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/>
              <a:t>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30552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tos"/>
              </a:rPr>
              <a:t>Integration of IA module into existing Flutter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30275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5A5A6E"/>
                </a:solidFill>
                <a:latin typeface="Aptos"/>
              </a:rPr>
              <a:t>Key aspect of Flutter Course Module IA Mobile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1463040"/>
            <a:ext cx="3393338" cy="219456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solidFill>
              <a:srgbClr val="E0E0E0"/>
            </a:solidFill>
          </a:ln>
          <a:effectLst>
            <a:outerShdw blurRad="25400" dist="19050" dir="18900000" algn="b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9178" y="1463040"/>
            <a:ext cx="3393338" cy="45720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2058" y="1719072"/>
            <a:ext cx="302757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/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2058" y="2130552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tos"/>
              </a:rPr>
              <a:t>Quality assurance and anti-cheating measures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2058" y="2496312"/>
            <a:ext cx="30275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5A5A6E"/>
                </a:solidFill>
                <a:latin typeface="Aptos"/>
              </a:rPr>
              <a:t>Key aspect of Flutter Course Module IA Mobile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2556" y="1463040"/>
            <a:ext cx="3393338" cy="219456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solidFill>
              <a:srgbClr val="E0E0E0"/>
            </a:solidFill>
          </a:ln>
          <a:effectLst>
            <a:outerShdw blurRad="25400" dist="19050" dir="18900000" algn="b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2556" y="1463040"/>
            <a:ext cx="3393338" cy="45720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5436" y="1719072"/>
            <a:ext cx="302757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/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5436" y="2130552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tos"/>
              </a:rPr>
              <a:t>Automated testing with Playwright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5436" y="2496312"/>
            <a:ext cx="30275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5A5A6E"/>
                </a:solidFill>
                <a:latin typeface="Aptos"/>
              </a:rPr>
              <a:t>Key aspect of Flutter Course Module IA Mobile Integration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977640"/>
            <a:ext cx="3393338" cy="219456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solidFill>
              <a:srgbClr val="E0E0E0"/>
            </a:solidFill>
          </a:ln>
          <a:effectLst>
            <a:outerShdw blurRad="25400" dist="19050" dir="18900000" algn="b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977640"/>
            <a:ext cx="3393338" cy="45720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233672"/>
            <a:ext cx="302757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/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645152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tos"/>
              </a:rPr>
              <a:t>Additional exercises and labs for Module 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010912"/>
            <a:ext cx="30275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5A5A6E"/>
                </a:solidFill>
                <a:latin typeface="Aptos"/>
              </a:rPr>
              <a:t>Key aspect of Flutter Course Module IA Mobile Integration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99178" y="3977640"/>
            <a:ext cx="3393338" cy="219456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solidFill>
              <a:srgbClr val="E0E0E0"/>
            </a:solidFill>
          </a:ln>
          <a:effectLst>
            <a:outerShdw blurRad="25400" dist="19050" dir="18900000" algn="b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99178" y="3977640"/>
            <a:ext cx="3393338" cy="45720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82058" y="4233672"/>
            <a:ext cx="302757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/>
              <a:t>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2058" y="4645152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tos"/>
              </a:rPr>
              <a:t>Compatibility with existing course 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2058" y="5010912"/>
            <a:ext cx="30275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5A5A6E"/>
                </a:solidFill>
                <a:latin typeface="Aptos"/>
              </a:rPr>
              <a:t>Key aspect of Flutter Course Module IA Mobile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April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926080"/>
            <a:ext cx="1828800" cy="54864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0"/>
            <a:ext cx="10820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Compatibility with existing course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81447" y="1325880"/>
            <a:ext cx="1828800" cy="45720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3847" y="1600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B2A4A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Course Module IA Mobile Integration</dc:title>
  <dc:subject>Flutter Course Module IA Mobile Integration</dc:subject>
  <dc:creator>Diego Saavedra García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